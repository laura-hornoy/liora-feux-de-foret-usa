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80317-F195-8A2C-0A9B-8994CB0C2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BF7A3D-5613-8E1A-878D-8D680BD48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53B259-A180-EF5E-2352-7643518C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8773CF-C270-E591-AF39-9ADE2C71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44C68C-7F18-7BA4-AFD6-ACD8490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48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4F5DA-9BCD-34AD-0DFD-500ADDF2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27EB0E-6C54-1332-9941-81B8FD68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1BBF56-1B24-315A-5C06-E67F6C84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3D818E-9F77-985D-DCCB-B18C2343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570DDA-4728-F4AD-F492-50CD616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71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D0DC4-8590-A638-700D-62245038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3A0157-92A9-DB03-3A80-07DDC24E2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2CD1E-9FCB-B03D-CC95-553C80E6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22D20-5A13-B8B0-DB05-CA04FE69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69C2E5-815C-B85D-F116-716C703D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28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2EF29-E949-17F2-DD8E-1E8CDD0E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3156F3-B147-F3DA-AE94-EC7C744CA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A240BE-9E71-99F8-218C-56A38AB49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93BDC9-C715-F7E8-8952-6F9DAEA77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7FCFB5-028F-C32E-85A7-DECA834F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24B18B-8C5B-6C92-D309-2EC48B5F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44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1FEB0-6BBB-8998-41B4-8D6DB52E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1C83EE-ABA5-B3FF-C7FA-BE2F742CB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314D6B-FF36-34DC-3627-A366C50F0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DF7F9E-E029-BC73-3374-BF04A2061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1450756-A738-8A19-B832-F9DBD992A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29C704-A993-FB45-7D28-A445E3931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483811-94BD-F688-7FD2-2F056EFD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65812E-7B96-28A4-AE2A-A711E655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9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F86E4-1CCC-DE79-C35E-AA252470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019CBC-237E-9C01-51C0-445A8809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30A01D-DF2F-CA66-68CE-0CC0EFC1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0CD253-CE92-1356-5C90-15B4065F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6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976DD8-4F98-A38F-C587-9B0288A6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FE7F9C7-B101-9E54-9017-6BC20501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BC6EFE-EE6D-D7A6-DD5A-6C8B6051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54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BF6BE-A050-8085-9F84-1082653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C6A84F-4636-D395-7969-BEA2EC9C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8FD24F-F78F-57F7-F33C-659789A6C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04B03F-C5A1-FC57-F122-881D5646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2EFDB7-B712-782A-0895-140A9608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86961D-9DD9-AA63-3727-5E49F193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27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3256-824C-C313-BE8C-8FE61A08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4168FF-8BA1-6DF3-9EEA-6E1087661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204F58-9110-3746-31E2-8C9DC68DF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4E312A-DEC6-7177-4494-42B3DAB4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5CCF6C-18DE-28AA-96FE-042469FD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47446E-6E62-B4FD-58AF-46ADBED0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33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68456D-BEA1-FD42-8548-91247F5C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5F3A77-A8EA-73A9-6ED8-12C9B8D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CD282-54E1-7D59-1062-2F0C7EE6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A14C2E-623D-180E-4E66-8F343C1F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93406A-2B39-4D05-E198-4667ED5B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966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3CFF2F7-31EF-0593-85E0-996F5080E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E23A5B-5BE2-F297-5AE4-BC4A63501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7B3F1F-F1A6-ACA8-306C-F6772835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E732E7-5659-E436-265E-67248BA1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8367BA-85AF-F321-886E-4B2EDDA2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56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D111E9-306E-E5A5-CA3E-FCC72553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28B82D-E338-C844-F9ED-F2C9C510C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94A9F5-CC99-B40F-1F3E-B838A3F5D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73283-079B-4C50-B5AB-FF9048DA7D05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E37BF1-554B-D3F6-3AD3-19C9AED93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71555C-067C-E0CF-943F-7A1F633E3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A994C-5762-4922-8E2A-06920514A7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77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9BED232-C095-FB7A-D8F4-F5AE27B0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948" y="23291"/>
            <a:ext cx="12275947" cy="68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9D21365-AA30-33C7-3216-873F4245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89"/>
            <a:ext cx="12192000" cy="67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7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432493-5EAA-CA1F-9CB5-36F7B7259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3"/>
            <a:ext cx="12192000" cy="68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5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B228834-6733-CF9C-F8A4-1E7A25FC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02" y="5580"/>
            <a:ext cx="12211902" cy="684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2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9AAE98D-9FC2-479C-E2B6-B44E487D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1"/>
            <a:ext cx="12191999" cy="68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0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BB3090-21B0-8185-7FB4-71391D5B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2"/>
            <a:ext cx="12192000" cy="68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3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3842A7A-CE19-8D91-9816-1866BED14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40"/>
            <a:ext cx="12192000" cy="67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8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C5F7974-DC54-A393-18FD-6CB02049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30"/>
            <a:ext cx="12192000" cy="680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6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E87B280-3414-C960-E1A1-EE05C483B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1"/>
            <a:ext cx="12192000" cy="68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984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laura.hornoy@gmail.com</dc:creator>
  <cp:lastModifiedBy>laura.hornoy@gmail.com</cp:lastModifiedBy>
  <cp:revision>1</cp:revision>
  <dcterms:created xsi:type="dcterms:W3CDTF">2026-02-20T13:30:56Z</dcterms:created>
  <dcterms:modified xsi:type="dcterms:W3CDTF">2026-02-20T13:38:19Z</dcterms:modified>
</cp:coreProperties>
</file>